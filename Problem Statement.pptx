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8" r:id="rId6"/>
    <p:sldId id="260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6236" autoAdjust="0"/>
  </p:normalViewPr>
  <p:slideViewPr>
    <p:cSldViewPr snapToGrid="0">
      <p:cViewPr varScale="1">
        <p:scale>
          <a:sx n="74" d="100"/>
          <a:sy n="74" d="100"/>
        </p:scale>
        <p:origin x="13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 baraskar" userId="3f175dc3bb763cbf" providerId="LiveId" clId="{CD600E92-B300-4216-B854-7CAD6AE2CAD1}"/>
    <pc:docChg chg="modSld">
      <pc:chgData name="Pratham baraskar" userId="3f175dc3bb763cbf" providerId="LiveId" clId="{CD600E92-B300-4216-B854-7CAD6AE2CAD1}" dt="2026-08-22T15:58:23.843" v="50" actId="13926"/>
      <pc:docMkLst>
        <pc:docMk/>
      </pc:docMkLst>
      <pc:sldChg chg="modSp mod">
        <pc:chgData name="Pratham baraskar" userId="3f175dc3bb763cbf" providerId="LiveId" clId="{CD600E92-B300-4216-B854-7CAD6AE2CAD1}" dt="2026-08-22T15:25:07.993" v="24" actId="20577"/>
        <pc:sldMkLst>
          <pc:docMk/>
          <pc:sldMk cId="2772807980" sldId="256"/>
        </pc:sldMkLst>
        <pc:spChg chg="mod">
          <ac:chgData name="Pratham baraskar" userId="3f175dc3bb763cbf" providerId="LiveId" clId="{CD600E92-B300-4216-B854-7CAD6AE2CAD1}" dt="2026-08-22T15:25:07.993" v="24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Pratham baraskar" userId="3f175dc3bb763cbf" providerId="LiveId" clId="{CD600E92-B300-4216-B854-7CAD6AE2CAD1}" dt="2026-08-22T15:39:51.713" v="35" actId="13926"/>
        <pc:sldMkLst>
          <pc:docMk/>
          <pc:sldMk cId="1239468500" sldId="257"/>
        </pc:sldMkLst>
        <pc:spChg chg="mod">
          <ac:chgData name="Pratham baraskar" userId="3f175dc3bb763cbf" providerId="LiveId" clId="{CD600E92-B300-4216-B854-7CAD6AE2CAD1}" dt="2026-08-22T15:39:51.713" v="35" actId="13926"/>
          <ac:spMkLst>
            <pc:docMk/>
            <pc:sldMk cId="1239468500" sldId="257"/>
            <ac:spMk id="5" creationId="{FFB07957-8AEC-E74B-74C4-5935935C9130}"/>
          </ac:spMkLst>
        </pc:spChg>
      </pc:sldChg>
      <pc:sldChg chg="modSp mod">
        <pc:chgData name="Pratham baraskar" userId="3f175dc3bb763cbf" providerId="LiveId" clId="{CD600E92-B300-4216-B854-7CAD6AE2CAD1}" dt="2026-08-22T15:56:55.658" v="43" actId="13926"/>
        <pc:sldMkLst>
          <pc:docMk/>
          <pc:sldMk cId="349862419" sldId="258"/>
        </pc:sldMkLst>
        <pc:spChg chg="mod">
          <ac:chgData name="Pratham baraskar" userId="3f175dc3bb763cbf" providerId="LiveId" clId="{CD600E92-B300-4216-B854-7CAD6AE2CAD1}" dt="2026-08-22T15:56:55.658" v="43" actId="13926"/>
          <ac:spMkLst>
            <pc:docMk/>
            <pc:sldMk cId="349862419" sldId="258"/>
            <ac:spMk id="3" creationId="{F9AAA8B0-E93B-E9BB-8C09-E2F8D0D61EB5}"/>
          </ac:spMkLst>
        </pc:spChg>
      </pc:sldChg>
      <pc:sldChg chg="modSp mod">
        <pc:chgData name="Pratham baraskar" userId="3f175dc3bb763cbf" providerId="LiveId" clId="{CD600E92-B300-4216-B854-7CAD6AE2CAD1}" dt="2026-08-22T15:58:23.843" v="50" actId="13926"/>
        <pc:sldMkLst>
          <pc:docMk/>
          <pc:sldMk cId="3166029343" sldId="260"/>
        </pc:sldMkLst>
        <pc:spChg chg="mod">
          <ac:chgData name="Pratham baraskar" userId="3f175dc3bb763cbf" providerId="LiveId" clId="{CD600E92-B300-4216-B854-7CAD6AE2CAD1}" dt="2026-08-22T15:58:23.843" v="50" actId="13926"/>
          <ac:spMkLst>
            <pc:docMk/>
            <pc:sldMk cId="3166029343" sldId="260"/>
            <ac:spMk id="3" creationId="{A96A4C0A-7CD6-52C8-5795-CE203917B8A2}"/>
          </ac:spMkLst>
        </pc:spChg>
      </pc:sldChg>
      <pc:sldChg chg="modSp mod">
        <pc:chgData name="Pratham baraskar" userId="3f175dc3bb763cbf" providerId="LiveId" clId="{CD600E92-B300-4216-B854-7CAD6AE2CAD1}" dt="2026-08-22T15:54:07.405" v="37" actId="13926"/>
        <pc:sldMkLst>
          <pc:docMk/>
          <pc:sldMk cId="456862967" sldId="262"/>
        </pc:sldMkLst>
        <pc:spChg chg="mod">
          <ac:chgData name="Pratham baraskar" userId="3f175dc3bb763cbf" providerId="LiveId" clId="{CD600E92-B300-4216-B854-7CAD6AE2CAD1}" dt="2026-08-22T15:54:07.405" v="37" actId="13926"/>
          <ac:spMkLst>
            <pc:docMk/>
            <pc:sldMk cId="456862967" sldId="262"/>
            <ac:spMk id="3" creationId="{3AACD20F-C850-EB87-7F72-C016CF415169}"/>
          </ac:spMkLst>
        </pc:spChg>
      </pc:sldChg>
      <pc:sldChg chg="modSp mod">
        <pc:chgData name="Pratham baraskar" userId="3f175dc3bb763cbf" providerId="LiveId" clId="{CD600E92-B300-4216-B854-7CAD6AE2CAD1}" dt="2026-08-22T15:56:37.481" v="42" actId="13926"/>
        <pc:sldMkLst>
          <pc:docMk/>
          <pc:sldMk cId="2218198170" sldId="266"/>
        </pc:sldMkLst>
        <pc:spChg chg="mod">
          <ac:chgData name="Pratham baraskar" userId="3f175dc3bb763cbf" providerId="LiveId" clId="{CD600E92-B300-4216-B854-7CAD6AE2CAD1}" dt="2026-08-22T15:56:37.481" v="42" actId="13926"/>
          <ac:spMkLst>
            <pc:docMk/>
            <pc:sldMk cId="2218198170" sldId="266"/>
            <ac:spMk id="3" creationId="{3AACD20F-C850-EB87-7F72-C016CF4151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22.08.2026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Pratham Baraskar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</a:t>
            </a:r>
            <a:r>
              <a:rPr lang="en-US" dirty="0">
                <a:highlight>
                  <a:srgbClr val="FFFF00"/>
                </a:highlight>
              </a:rPr>
              <a:t>online retail business, </a:t>
            </a:r>
            <a:r>
              <a:rPr lang="en-US" dirty="0"/>
              <a:t>is facing </a:t>
            </a:r>
            <a:r>
              <a:rPr lang="en-US" dirty="0">
                <a:highlight>
                  <a:srgbClr val="FFFF00"/>
                </a:highlight>
              </a:rPr>
              <a:t>reduced customer engagement and conversion rates </a:t>
            </a:r>
            <a:r>
              <a:rPr lang="en-US" dirty="0"/>
              <a:t>despite launching several new online marketing campaigns. They are reaching out to you to help conduct a 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</a:t>
            </a:r>
            <a:r>
              <a:rPr lang="en-US" dirty="0">
                <a:highlight>
                  <a:srgbClr val="FFFF00"/>
                </a:highlight>
              </a:rPr>
              <a:t>number of customer interactions </a:t>
            </a:r>
            <a:r>
              <a:rPr lang="en-US" dirty="0"/>
              <a:t>and </a:t>
            </a:r>
            <a:r>
              <a:rPr lang="en-US" dirty="0">
                <a:highlight>
                  <a:srgbClr val="FFFF00"/>
                </a:highlight>
              </a:rPr>
              <a:t>engagement with the site </a:t>
            </a:r>
            <a:r>
              <a:rPr lang="en-US" dirty="0"/>
              <a:t>and marketing content has 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Fewer site visitors are converting </a:t>
            </a:r>
            <a:r>
              <a:rPr lang="en-US" dirty="0"/>
              <a:t>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marketing campaigns are not yielding expected returns.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Understanding customer opinions about products and services </a:t>
            </a:r>
            <a:r>
              <a:rPr lang="en-US" dirty="0"/>
              <a:t>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 hope this email finds you well. I’m the Marketing Manager at </a:t>
            </a:r>
            <a:r>
              <a:rPr lang="en-US" dirty="0" err="1"/>
              <a:t>ShopEasy</a:t>
            </a:r>
            <a:r>
              <a:rPr lang="en-US" dirty="0"/>
              <a:t>. We’ve been facing some challenges with our marketing campaigns lately, and I’m reaching out to request your expertise in data analysis to help us identify areas for improvement.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Despite our increased investment in marketing, we’ve observed a </a:t>
            </a:r>
            <a:r>
              <a:rPr lang="en-US" dirty="0">
                <a:highlight>
                  <a:srgbClr val="FFFF00"/>
                </a:highlight>
              </a:rPr>
              <a:t>decline in customer engagement and conversion rates</a:t>
            </a:r>
            <a:r>
              <a:rPr lang="en-US" dirty="0"/>
              <a:t>. Our </a:t>
            </a:r>
            <a:r>
              <a:rPr lang="en-US" dirty="0">
                <a:highlight>
                  <a:srgbClr val="FFFF00"/>
                </a:highlight>
              </a:rPr>
              <a:t>marketing expenses have gone up</a:t>
            </a:r>
            <a:r>
              <a:rPr lang="en-US" dirty="0"/>
              <a:t>, but the return on investment isn’t meeting our expectations. We need a comprehensive analysis to understand the </a:t>
            </a:r>
            <a:r>
              <a:rPr lang="en-US" dirty="0">
                <a:highlight>
                  <a:srgbClr val="FFFF00"/>
                </a:highlight>
              </a:rPr>
              <a:t>effectiveness of our current strategies</a:t>
            </a:r>
            <a:r>
              <a:rPr lang="en-US" dirty="0"/>
              <a:t> and to find opportunities to optimize our efforts.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 have data from various sources, including </a:t>
            </a:r>
            <a:r>
              <a:rPr lang="en-US" dirty="0">
                <a:highlight>
                  <a:srgbClr val="FFFF00"/>
                </a:highlight>
              </a:rPr>
              <a:t>customer reviews, social media comments, and campaign performance metrics</a:t>
            </a:r>
            <a:r>
              <a:rPr lang="en-US" dirty="0"/>
              <a:t>. Your insights will be invaluable in helping us turn this situation around.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Looking forward to your response.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Jane Doe</a:t>
            </a:r>
            <a:br>
              <a:rPr lang="en-US" dirty="0"/>
            </a:br>
            <a:r>
              <a:rPr lang="en-US" dirty="0"/>
              <a:t>Marketing Manager</a:t>
            </a:r>
          </a:p>
        </p:txBody>
      </p:sp>
    </p:spTree>
    <p:extLst>
      <p:ext uri="{BB962C8B-B14F-4D97-AF65-F5344CB8AC3E}">
        <p14:creationId xmlns:p14="http://schemas.microsoft.com/office/powerpoint/2010/main" val="4568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I’m the Customer Experience Manager at </a:t>
            </a:r>
            <a:r>
              <a:rPr lang="en-US" dirty="0" err="1"/>
              <a:t>ShopEasy</a:t>
            </a:r>
            <a:r>
              <a:rPr lang="en-US" dirty="0"/>
              <a:t>, and I’m writing to seek your help with </a:t>
            </a:r>
            <a:r>
              <a:rPr lang="en-US" dirty="0">
                <a:highlight>
                  <a:srgbClr val="FFFF00"/>
                </a:highlight>
              </a:rPr>
              <a:t>analyzing our customer feedback</a:t>
            </a:r>
            <a:r>
              <a:rPr lang="en-US" dirty="0"/>
              <a:t>. Over </a:t>
            </a:r>
            <a:r>
              <a:rPr lang="en-US" dirty="0">
                <a:highlight>
                  <a:srgbClr val="FFFF00"/>
                </a:highlight>
              </a:rPr>
              <a:t>the past few months, we’ve noticed a drop in customer engagement and satisfaction</a:t>
            </a:r>
            <a:r>
              <a:rPr lang="en-US" dirty="0"/>
              <a:t>, which is impacting our overall conversion rates.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We’ve gathered a significant amount of customer reviews and social media comments that highlight various issues and sentiments. We believe that by thoroughly analyzing this feedback, we can gain a </a:t>
            </a:r>
            <a:r>
              <a:rPr lang="en-US" dirty="0">
                <a:highlight>
                  <a:srgbClr val="FFFF00"/>
                </a:highlight>
              </a:rPr>
              <a:t>better understanding of our customers' needs and pain points.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Your expertise in data analysis will be crucial in helping us </a:t>
            </a:r>
            <a:r>
              <a:rPr lang="en-US" dirty="0">
                <a:highlight>
                  <a:srgbClr val="FFFF00"/>
                </a:highlight>
              </a:rPr>
              <a:t>decode this feedback and provide actionable insights</a:t>
            </a:r>
            <a:r>
              <a:rPr lang="en-US" dirty="0"/>
              <a:t>. We hope this will guide us in </a:t>
            </a:r>
            <a:r>
              <a:rPr lang="en-US" dirty="0">
                <a:highlight>
                  <a:srgbClr val="FFFF00"/>
                </a:highlight>
              </a:rPr>
              <a:t>improving our customer experience and ultimately boost our engagement and conversion rates.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Thank you for your assistance.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John Smith</a:t>
            </a:r>
            <a:br>
              <a:rPr lang="en-US" dirty="0"/>
            </a:br>
            <a:r>
              <a:rPr lang="en-US" dirty="0"/>
              <a:t>Customer Experience Manager</a:t>
            </a:r>
            <a:br>
              <a:rPr lang="en-US" dirty="0"/>
            </a:br>
            <a:r>
              <a:rPr lang="en-US" dirty="0" err="1"/>
              <a:t>ShopEasy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</a:t>
            </a:r>
            <a:r>
              <a:rPr lang="en-US" dirty="0">
                <a:highlight>
                  <a:srgbClr val="FFFF00"/>
                </a:highlight>
              </a:rPr>
              <a:t>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>
                <a:highlight>
                  <a:srgbClr val="FFFF00"/>
                </a:highlight>
              </a:rPr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</a:t>
            </a:r>
            <a:r>
              <a:rPr lang="en-US" dirty="0">
                <a:highlight>
                  <a:srgbClr val="FFFF00"/>
                </a:highlight>
              </a:rPr>
              <a:t>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</a:t>
            </a:r>
            <a:r>
              <a:rPr lang="en-US" dirty="0">
                <a:highlight>
                  <a:srgbClr val="FFFF00"/>
                </a:highlight>
              </a:rPr>
              <a:t>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</a:t>
            </a:r>
            <a:r>
              <a:rPr lang="en-US" dirty="0">
                <a:highlight>
                  <a:srgbClr val="FFFF00"/>
                </a:highlight>
              </a:rPr>
              <a:t>interaction levels with different types of marketing content to inform better content strategies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</a:t>
            </a:r>
            <a:r>
              <a:rPr lang="en-US" dirty="0">
                <a:highlight>
                  <a:srgbClr val="FFFF00"/>
                </a:highlight>
              </a:rPr>
              <a:t>common themes in customer reviews</a:t>
            </a:r>
            <a:r>
              <a:rPr lang="en-US" dirty="0"/>
              <a:t>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</a:t>
            </a:r>
            <a:r>
              <a:rPr lang="en-US" dirty="0">
                <a:highlight>
                  <a:srgbClr val="FFFF00"/>
                </a:highlight>
              </a:rPr>
              <a:t>recurring positive and negative feedback to guide product and service improvements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614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Subject: Request for Data Analysis to Improve Marketing Strategy</vt:lpstr>
      <vt:lpstr>Subject: Request for Data Analysis to Improve Marketing Strategy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Pratham baraskar</cp:lastModifiedBy>
  <cp:revision>1</cp:revision>
  <dcterms:created xsi:type="dcterms:W3CDTF">2024-07-20T13:50:58Z</dcterms:created>
  <dcterms:modified xsi:type="dcterms:W3CDTF">2026-08-22T15:58:28Z</dcterms:modified>
</cp:coreProperties>
</file>